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FFCC00"/>
    <a:srgbClr val="FF99FF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B3744C-598A-1525-65B1-2510EA18A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4FC1329-8CF0-36F0-9780-62DA830D5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22F944-C905-5468-75B4-DCB8B1599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0DC1F3-5119-EE3F-2816-3EF9B8C66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7982AC-1347-6CE1-EF54-8A54664CD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1866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1EFAA-51BF-F9E1-0FC4-6D8C727D0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694306-003C-7C7A-865E-29D601409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E185483-462B-31B7-85AE-83C8A3F25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244A81A-FD60-7836-61DB-5FE8063B4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6ED8CC-EF80-7F19-C6A7-3FA34912E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432871-8A86-3406-8C3B-4ED6A7725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7B10485-B0D1-3656-0A96-6AE0560BB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F9455D-6741-0311-B072-3304DA164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5CF0FAF-F215-1413-7DFE-22F7A738A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C135DAC-BF51-7F87-6506-42BE4535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1426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54D463-A426-DAD2-AF5C-F5CEA435D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D2748E-58C0-1BEB-0187-B3B46E649B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147DEE6-DD3D-82B7-3958-BB3019E7F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C3F9A5-50D6-614B-EC32-F7AEEDAA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C915447-F85A-55BE-633C-D95906BC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C74AC74-B6DC-3966-D339-7EB5F04CF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418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DA86E-B12E-E9F5-57C2-CEEC7742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EB1042-A78E-2C47-0E10-0A9EB0803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5462A9D-4E7A-1CED-1B69-01BC6F2E1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9E1DB64-52DD-697A-AD99-9419093B9A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6720FD-2223-6E0C-D257-644B7312F7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8E17CBD-B952-CFF8-B55C-B511D9594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8655ECB-C4B2-9F1E-10D6-BBC5FCB07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09C0003-9EAF-5D4D-9E5B-5D03B471A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4127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3D5C11-3EF7-03D3-85B8-10AF38AE3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1844C96-A964-C87D-298C-354BCA3BE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F59DD12-FAAB-C0F7-3223-46BF01AD5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F537FC0-751C-5998-1A8D-C19A86E6D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326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62B8B35-63D0-FEEE-8B55-F23C44AB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4FE2B2D-254F-8616-0D37-A81AE5396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BC108-EDB0-0A75-EC9E-510B9536A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4417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9C7A9E-9320-E159-0E4F-1D498A594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1A3DB5-7D34-4FBF-0F05-51080F349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09487CD-B9C5-A436-5992-03EFCD7711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2F5E20D-D113-75AA-C159-455F065E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1D0B444-DF4A-4E51-FDBD-2C0C1B2C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53BF10B-41E2-58E7-7A13-5BBF9CCAE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8324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F432A6-F36F-4278-E84B-53E1ADD57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94EE3A2-9B53-F0B5-7B7C-6C3FF09A7B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5AF6A17-AF08-0788-FD2E-4EAA9FCBC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72917AA-7B1C-DF97-84AA-6AAE0CB73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A4B2A05-844C-59BD-C067-0CD50AA54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ED29693-EF8B-6854-C808-CEA6E8D0B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00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2C4105-3046-2D16-71CC-B1A46FBBC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8BCFCFC-73AF-19BB-5429-F1925C2FBB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3D0442F-3880-2FFF-7097-5A3DEC05A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F8A05D6-5E03-C8E6-0696-DA6360C73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E3CE05-7C52-F9BD-35C2-1B53EBDC2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0510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0549BE7-4AAC-F04B-2755-00795459C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4C2F279-87CC-173C-7145-915FF9D6CA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F6FE854-77E4-2577-1B88-2FD302AD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6FCEED-F8B3-E4CF-406E-6F9150F3F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5841569-929C-437F-5ADC-A69FF4B72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0391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909AEE0-09F1-E95D-431E-EEDC1E56F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9521192-8A41-7463-1FBA-29801F3F6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AE6B8B5-BF24-91E6-639D-92BA0EEBA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B490DE-A804-4D8D-8D01-D299B1A0E392}" type="datetimeFigureOut">
              <a:rPr lang="it-IT" smtClean="0"/>
              <a:t>21/12/2025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C3AD01-6691-B048-A105-7D49C0306B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016A3B4-9E64-D9AB-0572-7E43E70E3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9DC4C9-3266-4695-A800-7755BF85F39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8784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AF415B25-B9C5-497B-6759-696C2FC1E13B}"/>
              </a:ext>
            </a:extLst>
          </p:cNvPr>
          <p:cNvCxnSpPr/>
          <p:nvPr/>
        </p:nvCxnSpPr>
        <p:spPr>
          <a:xfrm>
            <a:off x="3997176" y="4061102"/>
            <a:ext cx="4455398" cy="0"/>
          </a:xfrm>
          <a:prstGeom prst="line">
            <a:avLst/>
          </a:prstGeom>
          <a:ln w="254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3D9EC963-923A-7784-7E6B-7D0ACE14EC3B}"/>
              </a:ext>
            </a:extLst>
          </p:cNvPr>
          <p:cNvCxnSpPr/>
          <p:nvPr/>
        </p:nvCxnSpPr>
        <p:spPr>
          <a:xfrm>
            <a:off x="3997176" y="4416020"/>
            <a:ext cx="4455398" cy="0"/>
          </a:xfrm>
          <a:prstGeom prst="line">
            <a:avLst/>
          </a:prstGeom>
          <a:ln w="254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FA88C5B-6CE0-900E-5D7D-63942BDA3947}"/>
              </a:ext>
            </a:extLst>
          </p:cNvPr>
          <p:cNvCxnSpPr/>
          <p:nvPr/>
        </p:nvCxnSpPr>
        <p:spPr>
          <a:xfrm>
            <a:off x="3997176" y="4807759"/>
            <a:ext cx="4455398" cy="0"/>
          </a:xfrm>
          <a:prstGeom prst="line">
            <a:avLst/>
          </a:prstGeom>
          <a:ln w="254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F8483718-BD37-C5C7-EB0E-514129210D45}"/>
              </a:ext>
            </a:extLst>
          </p:cNvPr>
          <p:cNvCxnSpPr/>
          <p:nvPr/>
        </p:nvCxnSpPr>
        <p:spPr>
          <a:xfrm>
            <a:off x="3997176" y="5199499"/>
            <a:ext cx="4455398" cy="0"/>
          </a:xfrm>
          <a:prstGeom prst="line">
            <a:avLst/>
          </a:prstGeom>
          <a:ln w="254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25" name="Gruppo 24">
            <a:extLst>
              <a:ext uri="{FF2B5EF4-FFF2-40B4-BE49-F238E27FC236}">
                <a16:creationId xmlns:a16="http://schemas.microsoft.com/office/drawing/2014/main" id="{B2D98EBC-18F7-F843-E516-89B4E0FB372A}"/>
              </a:ext>
            </a:extLst>
          </p:cNvPr>
          <p:cNvGrpSpPr/>
          <p:nvPr/>
        </p:nvGrpSpPr>
        <p:grpSpPr>
          <a:xfrm>
            <a:off x="2436354" y="4061102"/>
            <a:ext cx="6742422" cy="1138397"/>
            <a:chOff x="3972628" y="4779121"/>
            <a:chExt cx="4455398" cy="1138397"/>
          </a:xfrm>
        </p:grpSpPr>
        <p:cxnSp>
          <p:nvCxnSpPr>
            <p:cNvPr id="9" name="Connettore diritto 8">
              <a:extLst>
                <a:ext uri="{FF2B5EF4-FFF2-40B4-BE49-F238E27FC236}">
                  <a16:creationId xmlns:a16="http://schemas.microsoft.com/office/drawing/2014/main" id="{F8AD0950-4CB6-2201-50A6-9A89742371D0}"/>
                </a:ext>
              </a:extLst>
            </p:cNvPr>
            <p:cNvCxnSpPr/>
            <p:nvPr/>
          </p:nvCxnSpPr>
          <p:spPr>
            <a:xfrm>
              <a:off x="3972628" y="4779121"/>
              <a:ext cx="4455398" cy="0"/>
            </a:xfrm>
            <a:prstGeom prst="line">
              <a:avLst/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0" name="Connettore diritto 9">
              <a:extLst>
                <a:ext uri="{FF2B5EF4-FFF2-40B4-BE49-F238E27FC236}">
                  <a16:creationId xmlns:a16="http://schemas.microsoft.com/office/drawing/2014/main" id="{E2330124-5CFD-F1F4-178E-0670520112F3}"/>
                </a:ext>
              </a:extLst>
            </p:cNvPr>
            <p:cNvCxnSpPr/>
            <p:nvPr/>
          </p:nvCxnSpPr>
          <p:spPr>
            <a:xfrm>
              <a:off x="3972628" y="5134039"/>
              <a:ext cx="4455398" cy="0"/>
            </a:xfrm>
            <a:prstGeom prst="line">
              <a:avLst/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" name="Connettore diritto 10">
              <a:extLst>
                <a:ext uri="{FF2B5EF4-FFF2-40B4-BE49-F238E27FC236}">
                  <a16:creationId xmlns:a16="http://schemas.microsoft.com/office/drawing/2014/main" id="{E18E7D9A-496F-202B-4127-A3B587D3FB4A}"/>
                </a:ext>
              </a:extLst>
            </p:cNvPr>
            <p:cNvCxnSpPr/>
            <p:nvPr/>
          </p:nvCxnSpPr>
          <p:spPr>
            <a:xfrm>
              <a:off x="3972628" y="5525778"/>
              <a:ext cx="4455398" cy="0"/>
            </a:xfrm>
            <a:prstGeom prst="line">
              <a:avLst/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2" name="Connettore diritto 11">
              <a:extLst>
                <a:ext uri="{FF2B5EF4-FFF2-40B4-BE49-F238E27FC236}">
                  <a16:creationId xmlns:a16="http://schemas.microsoft.com/office/drawing/2014/main" id="{07AFFB35-0DCE-A0F9-66B6-FF3E9DABE9A5}"/>
                </a:ext>
              </a:extLst>
            </p:cNvPr>
            <p:cNvCxnSpPr/>
            <p:nvPr/>
          </p:nvCxnSpPr>
          <p:spPr>
            <a:xfrm>
              <a:off x="3972628" y="5917518"/>
              <a:ext cx="4455398" cy="0"/>
            </a:xfrm>
            <a:prstGeom prst="line">
              <a:avLst/>
            </a:prstGeom>
            <a:ln w="25400"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35CD988F-C51F-1BC1-EE2D-F3DB9AD06CE0}"/>
              </a:ext>
            </a:extLst>
          </p:cNvPr>
          <p:cNvCxnSpPr/>
          <p:nvPr/>
        </p:nvCxnSpPr>
        <p:spPr>
          <a:xfrm>
            <a:off x="3013224" y="2276795"/>
            <a:ext cx="3082776" cy="1784307"/>
          </a:xfrm>
          <a:prstGeom prst="straightConnector1">
            <a:avLst/>
          </a:prstGeom>
          <a:ln>
            <a:solidFill>
              <a:srgbClr val="FF3399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12042D48-4D72-DF55-822E-3044DD3F517D}"/>
              </a:ext>
            </a:extLst>
          </p:cNvPr>
          <p:cNvCxnSpPr>
            <a:cxnSpLocks/>
          </p:cNvCxnSpPr>
          <p:nvPr/>
        </p:nvCxnSpPr>
        <p:spPr>
          <a:xfrm flipV="1">
            <a:off x="3013224" y="325256"/>
            <a:ext cx="3082776" cy="1951538"/>
          </a:xfrm>
          <a:prstGeom prst="straightConnector1">
            <a:avLst/>
          </a:prstGeom>
          <a:ln>
            <a:solidFill>
              <a:srgbClr val="FF99FF"/>
            </a:solidFill>
            <a:prstDash val="dash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F0F38448-B20B-0042-35AC-F516AA4FC2B3}"/>
              </a:ext>
            </a:extLst>
          </p:cNvPr>
          <p:cNvCxnSpPr>
            <a:cxnSpLocks/>
          </p:cNvCxnSpPr>
          <p:nvPr/>
        </p:nvCxnSpPr>
        <p:spPr>
          <a:xfrm flipV="1">
            <a:off x="6096000" y="2109564"/>
            <a:ext cx="3082776" cy="1951538"/>
          </a:xfrm>
          <a:prstGeom prst="straightConnector1">
            <a:avLst/>
          </a:prstGeom>
          <a:ln w="19050">
            <a:solidFill>
              <a:srgbClr val="FF99FF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73B74C64-9BC9-18BF-4530-85ED5159E835}"/>
              </a:ext>
            </a:extLst>
          </p:cNvPr>
          <p:cNvCxnSpPr/>
          <p:nvPr/>
        </p:nvCxnSpPr>
        <p:spPr>
          <a:xfrm flipV="1">
            <a:off x="6096000" y="325256"/>
            <a:ext cx="0" cy="3735846"/>
          </a:xfrm>
          <a:prstGeom prst="straightConnector1">
            <a:avLst/>
          </a:prstGeom>
          <a:ln>
            <a:solidFill>
              <a:srgbClr val="7030A0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Arco 25">
            <a:extLst>
              <a:ext uri="{FF2B5EF4-FFF2-40B4-BE49-F238E27FC236}">
                <a16:creationId xmlns:a16="http://schemas.microsoft.com/office/drawing/2014/main" id="{4939DD4C-6B9B-B1A9-D543-B5749F7C854B}"/>
              </a:ext>
            </a:extLst>
          </p:cNvPr>
          <p:cNvSpPr>
            <a:spLocks noChangeAspect="1"/>
          </p:cNvSpPr>
          <p:nvPr/>
        </p:nvSpPr>
        <p:spPr>
          <a:xfrm>
            <a:off x="4595589" y="3341103"/>
            <a:ext cx="720000" cy="720000"/>
          </a:xfrm>
          <a:prstGeom prst="arc">
            <a:avLst>
              <a:gd name="adj1" fmla="val 6478044"/>
              <a:gd name="adj2" fmla="val 15286371"/>
            </a:avLst>
          </a:prstGeom>
          <a:ln>
            <a:solidFill>
              <a:srgbClr val="FFC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FF00"/>
                </a:solidFill>
              </a:ln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45E5077C-14FD-6B2B-4CE1-15D90DD1D43F}"/>
                  </a:ext>
                </a:extLst>
              </p:cNvPr>
              <p:cNvSpPr txBox="1"/>
              <p:nvPr/>
            </p:nvSpPr>
            <p:spPr>
              <a:xfrm>
                <a:off x="3997176" y="3316382"/>
                <a:ext cx="49095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45E5077C-14FD-6B2B-4CE1-15D90DD1D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7176" y="3316382"/>
                <a:ext cx="490953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sellaDiTesto 27">
                <a:extLst>
                  <a:ext uri="{FF2B5EF4-FFF2-40B4-BE49-F238E27FC236}">
                    <a16:creationId xmlns:a16="http://schemas.microsoft.com/office/drawing/2014/main" id="{24293C89-967F-49FD-3691-6C6F50D813D7}"/>
                  </a:ext>
                </a:extLst>
              </p:cNvPr>
              <p:cNvSpPr txBox="1"/>
              <p:nvPr/>
            </p:nvSpPr>
            <p:spPr>
              <a:xfrm>
                <a:off x="2767746" y="2299351"/>
                <a:ext cx="490953" cy="86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it-IT" sz="4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28" name="CasellaDiTesto 27">
                <a:extLst>
                  <a:ext uri="{FF2B5EF4-FFF2-40B4-BE49-F238E27FC236}">
                    <a16:creationId xmlns:a16="http://schemas.microsoft.com/office/drawing/2014/main" id="{24293C89-967F-49FD-3691-6C6F50D81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746" y="2299351"/>
                <a:ext cx="490953" cy="869597"/>
              </a:xfrm>
              <a:prstGeom prst="rect">
                <a:avLst/>
              </a:prstGeom>
              <a:blipFill>
                <a:blip r:embed="rId3"/>
                <a:stretch>
                  <a:fillRect r="-6296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EF9D73D2-845F-F957-6B11-AC1DAF885C97}"/>
                  </a:ext>
                </a:extLst>
              </p:cNvPr>
              <p:cNvSpPr txBox="1"/>
              <p:nvPr/>
            </p:nvSpPr>
            <p:spPr>
              <a:xfrm>
                <a:off x="8903637" y="2299350"/>
                <a:ext cx="490953" cy="86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it-IT" sz="4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EF9D73D2-845F-F957-6B11-AC1DAF885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3637" y="2299350"/>
                <a:ext cx="490953" cy="869597"/>
              </a:xfrm>
              <a:prstGeom prst="rect">
                <a:avLst/>
              </a:prstGeom>
              <a:blipFill>
                <a:blip r:embed="rId4"/>
                <a:stretch>
                  <a:fillRect r="-1212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40D6A697-1D7B-33E2-4D88-4425FF592D3C}"/>
                  </a:ext>
                </a:extLst>
              </p:cNvPr>
              <p:cNvSpPr txBox="1"/>
              <p:nvPr/>
            </p:nvSpPr>
            <p:spPr>
              <a:xfrm>
                <a:off x="2767745" y="866228"/>
                <a:ext cx="490953" cy="86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it-IT" sz="4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30" name="CasellaDiTesto 29">
                <a:extLst>
                  <a:ext uri="{FF2B5EF4-FFF2-40B4-BE49-F238E27FC236}">
                    <a16:creationId xmlns:a16="http://schemas.microsoft.com/office/drawing/2014/main" id="{40D6A697-1D7B-33E2-4D88-4425FF592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745" y="866228"/>
                <a:ext cx="490953" cy="869597"/>
              </a:xfrm>
              <a:prstGeom prst="rect">
                <a:avLst/>
              </a:prstGeom>
              <a:blipFill>
                <a:blip r:embed="rId5"/>
                <a:stretch>
                  <a:fillRect r="-11975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sellaDiTesto 30">
                <a:extLst>
                  <a:ext uri="{FF2B5EF4-FFF2-40B4-BE49-F238E27FC236}">
                    <a16:creationId xmlns:a16="http://schemas.microsoft.com/office/drawing/2014/main" id="{D55C2FC1-D595-6A4A-E274-C97F918C8507}"/>
                  </a:ext>
                </a:extLst>
              </p:cNvPr>
              <p:cNvSpPr txBox="1"/>
              <p:nvPr/>
            </p:nvSpPr>
            <p:spPr>
              <a:xfrm>
                <a:off x="6020824" y="900062"/>
                <a:ext cx="2810194" cy="8695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it-IT" sz="4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r>
                        <a:rPr lang="it-IT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acc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31" name="CasellaDiTesto 30">
                <a:extLst>
                  <a:ext uri="{FF2B5EF4-FFF2-40B4-BE49-F238E27FC236}">
                    <a16:creationId xmlns:a16="http://schemas.microsoft.com/office/drawing/2014/main" id="{D55C2FC1-D595-6A4A-E274-C97F918C8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0824" y="900062"/>
                <a:ext cx="2810194" cy="8695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sellaDiTesto 31">
                <a:extLst>
                  <a:ext uri="{FF2B5EF4-FFF2-40B4-BE49-F238E27FC236}">
                    <a16:creationId xmlns:a16="http://schemas.microsoft.com/office/drawing/2014/main" id="{F6776C19-2C36-8884-74E4-56D4E7EFB1EB}"/>
                  </a:ext>
                </a:extLst>
              </p:cNvPr>
              <p:cNvSpPr txBox="1"/>
              <p:nvPr/>
            </p:nvSpPr>
            <p:spPr>
              <a:xfrm>
                <a:off x="9284637" y="4047467"/>
                <a:ext cx="49095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it-IT" sz="4400" b="0" i="1" smtClean="0">
                              <a:latin typeface="Cambria Math" panose="02040503050406030204" pitchFamily="18" charset="0"/>
                            </a:rPr>
                            <m:t>h𝑘𝑙</m:t>
                          </m:r>
                        </m:sub>
                      </m:sSub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32" name="CasellaDiTesto 31">
                <a:extLst>
                  <a:ext uri="{FF2B5EF4-FFF2-40B4-BE49-F238E27FC236}">
                    <a16:creationId xmlns:a16="http://schemas.microsoft.com/office/drawing/2014/main" id="{F6776C19-2C36-8884-74E4-56D4E7EFB1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637" y="4047467"/>
                <a:ext cx="490953" cy="769441"/>
              </a:xfrm>
              <a:prstGeom prst="rect">
                <a:avLst/>
              </a:prstGeom>
              <a:blipFill>
                <a:blip r:embed="rId7"/>
                <a:stretch>
                  <a:fillRect r="-11358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B2F94C0E-61D1-5496-8BFE-6271B5954193}"/>
              </a:ext>
            </a:extLst>
          </p:cNvPr>
          <p:cNvCxnSpPr/>
          <p:nvPr/>
        </p:nvCxnSpPr>
        <p:spPr>
          <a:xfrm>
            <a:off x="8973451" y="4416020"/>
            <a:ext cx="0" cy="384721"/>
          </a:xfrm>
          <a:prstGeom prst="straightConnector1">
            <a:avLst/>
          </a:prstGeom>
          <a:ln>
            <a:solidFill>
              <a:srgbClr val="0066FF"/>
            </a:solidFill>
            <a:headEnd type="triangl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AB00A23D-9EB4-FD65-2FC4-59AECF6A217D}"/>
              </a:ext>
            </a:extLst>
          </p:cNvPr>
          <p:cNvCxnSpPr/>
          <p:nvPr/>
        </p:nvCxnSpPr>
        <p:spPr>
          <a:xfrm>
            <a:off x="6096000" y="4061100"/>
            <a:ext cx="3082776" cy="1784307"/>
          </a:xfrm>
          <a:prstGeom prst="straightConnector1">
            <a:avLst/>
          </a:prstGeom>
          <a:ln>
            <a:solidFill>
              <a:srgbClr val="FF3399"/>
            </a:solidFill>
            <a:prstDash val="dash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rco 35">
            <a:extLst>
              <a:ext uri="{FF2B5EF4-FFF2-40B4-BE49-F238E27FC236}">
                <a16:creationId xmlns:a16="http://schemas.microsoft.com/office/drawing/2014/main" id="{1404ED9C-4FF7-082E-3230-B4694EE825A2}"/>
              </a:ext>
            </a:extLst>
          </p:cNvPr>
          <p:cNvSpPr>
            <a:spLocks noChangeAspect="1"/>
          </p:cNvSpPr>
          <p:nvPr/>
        </p:nvSpPr>
        <p:spPr>
          <a:xfrm rot="10401154">
            <a:off x="6404920" y="3232860"/>
            <a:ext cx="1629213" cy="1629213"/>
          </a:xfrm>
          <a:prstGeom prst="arc">
            <a:avLst>
              <a:gd name="adj1" fmla="val 6478044"/>
              <a:gd name="adj2" fmla="val 15663825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>
              <a:ln>
                <a:solidFill>
                  <a:srgbClr val="FFFF00"/>
                </a:solidFill>
              </a:ln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asellaDiTesto 36">
                <a:extLst>
                  <a:ext uri="{FF2B5EF4-FFF2-40B4-BE49-F238E27FC236}">
                    <a16:creationId xmlns:a16="http://schemas.microsoft.com/office/drawing/2014/main" id="{583525FC-FDFB-FD6B-0B40-BB97D7D53439}"/>
                  </a:ext>
                </a:extLst>
              </p:cNvPr>
              <p:cNvSpPr txBox="1"/>
              <p:nvPr/>
            </p:nvSpPr>
            <p:spPr>
              <a:xfrm>
                <a:off x="8118889" y="3319539"/>
                <a:ext cx="49095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it-IT" sz="4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</m:oMath>
                  </m:oMathPara>
                </a14:m>
                <a:endParaRPr lang="it-IT" sz="4400"/>
              </a:p>
            </p:txBody>
          </p:sp>
        </mc:Choice>
        <mc:Fallback xmlns="">
          <p:sp>
            <p:nvSpPr>
              <p:cNvPr id="37" name="CasellaDiTesto 36">
                <a:extLst>
                  <a:ext uri="{FF2B5EF4-FFF2-40B4-BE49-F238E27FC236}">
                    <a16:creationId xmlns:a16="http://schemas.microsoft.com/office/drawing/2014/main" id="{583525FC-FDFB-FD6B-0B40-BB97D7D534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8889" y="3319539"/>
                <a:ext cx="490953" cy="769441"/>
              </a:xfrm>
              <a:prstGeom prst="rect">
                <a:avLst/>
              </a:prstGeom>
              <a:blipFill>
                <a:blip r:embed="rId8"/>
                <a:stretch>
                  <a:fillRect r="-437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7307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ttangolo 22">
            <a:extLst>
              <a:ext uri="{FF2B5EF4-FFF2-40B4-BE49-F238E27FC236}">
                <a16:creationId xmlns:a16="http://schemas.microsoft.com/office/drawing/2014/main" id="{CEE21205-3D9A-1CA7-2E57-FD14C8ED0A87}"/>
              </a:ext>
            </a:extLst>
          </p:cNvPr>
          <p:cNvSpPr/>
          <p:nvPr/>
        </p:nvSpPr>
        <p:spPr>
          <a:xfrm>
            <a:off x="5049656" y="4815431"/>
            <a:ext cx="2092687" cy="104327"/>
          </a:xfrm>
          <a:prstGeom prst="rect">
            <a:avLst/>
          </a:prstGeom>
          <a:solidFill>
            <a:srgbClr val="00B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Arco 23">
            <a:extLst>
              <a:ext uri="{FF2B5EF4-FFF2-40B4-BE49-F238E27FC236}">
                <a16:creationId xmlns:a16="http://schemas.microsoft.com/office/drawing/2014/main" id="{6EBC8199-3714-3AA9-F0D0-A2D7786B26C3}"/>
              </a:ext>
            </a:extLst>
          </p:cNvPr>
          <p:cNvSpPr>
            <a:spLocks noChangeAspect="1"/>
          </p:cNvSpPr>
          <p:nvPr/>
        </p:nvSpPr>
        <p:spPr>
          <a:xfrm rot="11493190">
            <a:off x="3396000" y="2219757"/>
            <a:ext cx="5400000" cy="5400000"/>
          </a:xfrm>
          <a:prstGeom prst="arc">
            <a:avLst>
              <a:gd name="adj1" fmla="val 20142541"/>
              <a:gd name="adj2" fmla="val 10880896"/>
            </a:avLst>
          </a:prstGeom>
          <a:ln w="31750">
            <a:solidFill>
              <a:srgbClr val="FF00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5" name="Arco 24">
            <a:extLst>
              <a:ext uri="{FF2B5EF4-FFF2-40B4-BE49-F238E27FC236}">
                <a16:creationId xmlns:a16="http://schemas.microsoft.com/office/drawing/2014/main" id="{BCD5B739-4162-D577-E9E9-EC7196BAF798}"/>
              </a:ext>
            </a:extLst>
          </p:cNvPr>
          <p:cNvSpPr>
            <a:spLocks noChangeAspect="1"/>
          </p:cNvSpPr>
          <p:nvPr/>
        </p:nvSpPr>
        <p:spPr>
          <a:xfrm rot="663567">
            <a:off x="3755998" y="125035"/>
            <a:ext cx="4680000" cy="4680000"/>
          </a:xfrm>
          <a:prstGeom prst="arc">
            <a:avLst>
              <a:gd name="adj1" fmla="val 20142541"/>
              <a:gd name="adj2" fmla="val 10880896"/>
            </a:avLst>
          </a:prstGeom>
          <a:ln w="31750">
            <a:solidFill>
              <a:srgbClr val="703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655F6F99-D187-F40C-2E63-35AB7200B8A9}"/>
              </a:ext>
            </a:extLst>
          </p:cNvPr>
          <p:cNvSpPr txBox="1"/>
          <p:nvPr/>
        </p:nvSpPr>
        <p:spPr>
          <a:xfrm>
            <a:off x="2197013" y="1387817"/>
            <a:ext cx="17490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focusing</a:t>
            </a:r>
          </a:p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circle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5F1F9BF9-2CF3-C4FE-FD68-A0DB1E7EBBEC}"/>
              </a:ext>
            </a:extLst>
          </p:cNvPr>
          <p:cNvSpPr txBox="1"/>
          <p:nvPr/>
        </p:nvSpPr>
        <p:spPr>
          <a:xfrm>
            <a:off x="5136161" y="2476103"/>
            <a:ext cx="261704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diffractometer</a:t>
            </a:r>
          </a:p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circle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D23A4C1-0431-DD83-15AD-CB29C3112E14}"/>
              </a:ext>
            </a:extLst>
          </p:cNvPr>
          <p:cNvSpPr txBox="1"/>
          <p:nvPr/>
        </p:nvSpPr>
        <p:spPr>
          <a:xfrm>
            <a:off x="4963136" y="4840205"/>
            <a:ext cx="14783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sample</a:t>
            </a:r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90F528EC-AF56-263F-B67B-452350BD6501}"/>
              </a:ext>
            </a:extLst>
          </p:cNvPr>
          <p:cNvSpPr/>
          <p:nvPr/>
        </p:nvSpPr>
        <p:spPr>
          <a:xfrm rot="8464756">
            <a:off x="3955724" y="2454908"/>
            <a:ext cx="1045564" cy="417310"/>
          </a:xfrm>
          <a:prstGeom prst="rect">
            <a:avLst/>
          </a:prstGeom>
          <a:solidFill>
            <a:srgbClr val="FF999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1E96F699-DCC5-15DA-9DE4-C0E2BB5F88D9}"/>
              </a:ext>
            </a:extLst>
          </p:cNvPr>
          <p:cNvSpPr/>
          <p:nvPr/>
        </p:nvSpPr>
        <p:spPr>
          <a:xfrm rot="8638442">
            <a:off x="7765429" y="3071381"/>
            <a:ext cx="1045564" cy="4173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31" name="Connettore 2 30">
            <a:extLst>
              <a:ext uri="{FF2B5EF4-FFF2-40B4-BE49-F238E27FC236}">
                <a16:creationId xmlns:a16="http://schemas.microsoft.com/office/drawing/2014/main" id="{366FD02A-A0FE-50DD-CB21-316FA52F45C9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3799212" y="2991998"/>
            <a:ext cx="272561" cy="521986"/>
          </a:xfrm>
          <a:prstGeom prst="straightConnector1">
            <a:avLst/>
          </a:prstGeom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CFB542C-1E10-5BC0-5043-4C1FE4E5722F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3728052" y="2991998"/>
            <a:ext cx="343721" cy="284476"/>
          </a:xfrm>
          <a:prstGeom prst="straightConnector1">
            <a:avLst/>
          </a:prstGeom>
          <a:ln w="19050" cap="flat" cmpd="sng" algn="ctr">
            <a:solidFill>
              <a:srgbClr val="FF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2DEE9697-3415-4D41-4160-23AB60CA4079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3668336" y="2991998"/>
            <a:ext cx="403437" cy="116652"/>
          </a:xfrm>
          <a:prstGeom prst="straightConnector1">
            <a:avLst/>
          </a:prstGeom>
          <a:ln w="19050" cap="flat" cmpd="sng" algn="ctr">
            <a:solidFill>
              <a:srgbClr val="FFC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Connettore 2 33">
            <a:extLst>
              <a:ext uri="{FF2B5EF4-FFF2-40B4-BE49-F238E27FC236}">
                <a16:creationId xmlns:a16="http://schemas.microsoft.com/office/drawing/2014/main" id="{362E4B94-B086-44C1-60E1-5A79C3421E33}"/>
              </a:ext>
            </a:extLst>
          </p:cNvPr>
          <p:cNvCxnSpPr>
            <a:cxnSpLocks/>
            <a:endCxn id="30" idx="3"/>
          </p:cNvCxnSpPr>
          <p:nvPr/>
        </p:nvCxnSpPr>
        <p:spPr>
          <a:xfrm flipV="1">
            <a:off x="6139420" y="3587511"/>
            <a:ext cx="1725991" cy="1236535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7BDD1ABC-18E4-FB6E-2725-461F6A87F52C}"/>
              </a:ext>
            </a:extLst>
          </p:cNvPr>
          <p:cNvCxnSpPr>
            <a:cxnSpLocks/>
          </p:cNvCxnSpPr>
          <p:nvPr/>
        </p:nvCxnSpPr>
        <p:spPr>
          <a:xfrm flipV="1">
            <a:off x="5917652" y="3484829"/>
            <a:ext cx="1866842" cy="1318072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44EC596B-32B8-41CA-D0C4-075EA02D3C94}"/>
              </a:ext>
            </a:extLst>
          </p:cNvPr>
          <p:cNvCxnSpPr>
            <a:cxnSpLocks/>
          </p:cNvCxnSpPr>
          <p:nvPr/>
        </p:nvCxnSpPr>
        <p:spPr>
          <a:xfrm flipV="1">
            <a:off x="6399494" y="3719309"/>
            <a:ext cx="1556793" cy="1100821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9BF2F442-1728-C84B-281D-16BEBD673772}"/>
              </a:ext>
            </a:extLst>
          </p:cNvPr>
          <p:cNvSpPr txBox="1"/>
          <p:nvPr/>
        </p:nvSpPr>
        <p:spPr>
          <a:xfrm>
            <a:off x="3927672" y="1546508"/>
            <a:ext cx="20293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X-ray tube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D9B924E2-E0C9-9D18-7AAB-E1122F96BC4E}"/>
              </a:ext>
            </a:extLst>
          </p:cNvPr>
          <p:cNvSpPr txBox="1"/>
          <p:nvPr/>
        </p:nvSpPr>
        <p:spPr>
          <a:xfrm>
            <a:off x="8437176" y="3225696"/>
            <a:ext cx="1557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detector</a:t>
            </a:r>
          </a:p>
        </p:txBody>
      </p:sp>
      <p:sp>
        <p:nvSpPr>
          <p:cNvPr id="40" name="Arco 39">
            <a:extLst>
              <a:ext uri="{FF2B5EF4-FFF2-40B4-BE49-F238E27FC236}">
                <a16:creationId xmlns:a16="http://schemas.microsoft.com/office/drawing/2014/main" id="{6191CFEC-01EA-5B13-410C-C1451913383A}"/>
              </a:ext>
            </a:extLst>
          </p:cNvPr>
          <p:cNvSpPr>
            <a:spLocks noChangeAspect="1"/>
          </p:cNvSpPr>
          <p:nvPr/>
        </p:nvSpPr>
        <p:spPr>
          <a:xfrm rot="5019651">
            <a:off x="6264212" y="4346671"/>
            <a:ext cx="948142" cy="948142"/>
          </a:xfrm>
          <a:prstGeom prst="arc">
            <a:avLst>
              <a:gd name="adj1" fmla="val 11677876"/>
              <a:gd name="adj2" fmla="val 20923003"/>
            </a:avLst>
          </a:prstGeom>
          <a:noFill/>
          <a:ln>
            <a:solidFill>
              <a:srgbClr val="33CCCC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1" name="Arco 40">
            <a:extLst>
              <a:ext uri="{FF2B5EF4-FFF2-40B4-BE49-F238E27FC236}">
                <a16:creationId xmlns:a16="http://schemas.microsoft.com/office/drawing/2014/main" id="{C90E70F9-58D1-E29B-B26D-F43B6F4BAFFF}"/>
              </a:ext>
            </a:extLst>
          </p:cNvPr>
          <p:cNvSpPr>
            <a:spLocks noChangeAspect="1"/>
          </p:cNvSpPr>
          <p:nvPr/>
        </p:nvSpPr>
        <p:spPr>
          <a:xfrm rot="11680475">
            <a:off x="5222784" y="4329141"/>
            <a:ext cx="523034" cy="523034"/>
          </a:xfrm>
          <a:prstGeom prst="arc">
            <a:avLst>
              <a:gd name="adj1" fmla="val 17480649"/>
              <a:gd name="adj2" fmla="val 3413744"/>
            </a:avLst>
          </a:prstGeom>
          <a:ln>
            <a:solidFill>
              <a:srgbClr val="33CCCC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9E4C08B3-1BD9-D54A-3B1C-FF3F8410D1A6}"/>
                  </a:ext>
                </a:extLst>
              </p:cNvPr>
              <p:cNvSpPr txBox="1"/>
              <p:nvPr/>
            </p:nvSpPr>
            <p:spPr>
              <a:xfrm>
                <a:off x="4333959" y="4441855"/>
                <a:ext cx="10821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</m:oMath>
                  </m:oMathPara>
                </a14:m>
                <a:endParaRPr lang="it-IT" sz="3600"/>
              </a:p>
            </p:txBody>
          </p:sp>
        </mc:Choice>
        <mc:Fallback xmlns=""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9E4C08B3-1BD9-D54A-3B1C-FF3F8410D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959" y="4441855"/>
                <a:ext cx="1082154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sellaDiTesto 42">
                <a:extLst>
                  <a:ext uri="{FF2B5EF4-FFF2-40B4-BE49-F238E27FC236}">
                    <a16:creationId xmlns:a16="http://schemas.microsoft.com/office/drawing/2014/main" id="{07D01E3B-380C-E7E4-7B0B-BED0B5FDC7EC}"/>
                  </a:ext>
                </a:extLst>
              </p:cNvPr>
              <p:cNvSpPr txBox="1"/>
              <p:nvPr/>
            </p:nvSpPr>
            <p:spPr>
              <a:xfrm>
                <a:off x="6988524" y="4445683"/>
                <a:ext cx="10821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it-IT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</m:oMath>
                  </m:oMathPara>
                </a14:m>
                <a:endParaRPr lang="it-IT" sz="3600"/>
              </a:p>
            </p:txBody>
          </p:sp>
        </mc:Choice>
        <mc:Fallback xmlns="">
          <p:sp>
            <p:nvSpPr>
              <p:cNvPr id="43" name="CasellaDiTesto 42">
                <a:extLst>
                  <a:ext uri="{FF2B5EF4-FFF2-40B4-BE49-F238E27FC236}">
                    <a16:creationId xmlns:a16="http://schemas.microsoft.com/office/drawing/2014/main" id="{07D01E3B-380C-E7E4-7B0B-BED0B5FDC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8524" y="4445683"/>
                <a:ext cx="1082154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Connettore 2 80">
            <a:extLst>
              <a:ext uri="{FF2B5EF4-FFF2-40B4-BE49-F238E27FC236}">
                <a16:creationId xmlns:a16="http://schemas.microsoft.com/office/drawing/2014/main" id="{0B05143E-B351-5E7C-AFA3-3D88CB618FC1}"/>
              </a:ext>
            </a:extLst>
          </p:cNvPr>
          <p:cNvCxnSpPr>
            <a:cxnSpLocks/>
          </p:cNvCxnSpPr>
          <p:nvPr/>
        </p:nvCxnSpPr>
        <p:spPr>
          <a:xfrm>
            <a:off x="3687359" y="3108314"/>
            <a:ext cx="2753023" cy="1722028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4" name="Connettore 2 83">
            <a:extLst>
              <a:ext uri="{FF2B5EF4-FFF2-40B4-BE49-F238E27FC236}">
                <a16:creationId xmlns:a16="http://schemas.microsoft.com/office/drawing/2014/main" id="{ADFBF435-9423-95EB-AE4C-004EA54F43E8}"/>
              </a:ext>
            </a:extLst>
          </p:cNvPr>
          <p:cNvCxnSpPr>
            <a:cxnSpLocks/>
          </p:cNvCxnSpPr>
          <p:nvPr/>
        </p:nvCxnSpPr>
        <p:spPr>
          <a:xfrm>
            <a:off x="3728052" y="3284315"/>
            <a:ext cx="2428616" cy="1531116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8" name="Arco 67">
            <a:extLst>
              <a:ext uri="{FF2B5EF4-FFF2-40B4-BE49-F238E27FC236}">
                <a16:creationId xmlns:a16="http://schemas.microsoft.com/office/drawing/2014/main" id="{BEF97E74-7E51-5854-E64F-C8D7F5426E66}"/>
              </a:ext>
            </a:extLst>
          </p:cNvPr>
          <p:cNvSpPr/>
          <p:nvPr/>
        </p:nvSpPr>
        <p:spPr>
          <a:xfrm rot="4469029" flipV="1">
            <a:off x="3499514" y="2692610"/>
            <a:ext cx="1334949" cy="911348"/>
          </a:xfrm>
          <a:prstGeom prst="arc">
            <a:avLst>
              <a:gd name="adj1" fmla="val 13925904"/>
              <a:gd name="adj2" fmla="val 20042270"/>
            </a:avLst>
          </a:prstGeom>
          <a:noFill/>
          <a:ln w="38100" cmpd="tri">
            <a:solidFill>
              <a:srgbClr val="0066F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932B9FC2-A13C-AB91-C740-27BFC45AE70C}"/>
              </a:ext>
            </a:extLst>
          </p:cNvPr>
          <p:cNvCxnSpPr>
            <a:cxnSpLocks/>
          </p:cNvCxnSpPr>
          <p:nvPr/>
        </p:nvCxnSpPr>
        <p:spPr>
          <a:xfrm rot="1718804">
            <a:off x="3533347" y="2913478"/>
            <a:ext cx="0" cy="642509"/>
          </a:xfrm>
          <a:prstGeom prst="line">
            <a:avLst/>
          </a:prstGeom>
          <a:solidFill>
            <a:srgbClr val="92D050"/>
          </a:solidFill>
          <a:ln w="38100" cmpd="tri">
            <a:solidFill>
              <a:srgbClr val="0066F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Connettore diritto 66">
            <a:extLst>
              <a:ext uri="{FF2B5EF4-FFF2-40B4-BE49-F238E27FC236}">
                <a16:creationId xmlns:a16="http://schemas.microsoft.com/office/drawing/2014/main" id="{33D52781-F906-A396-7CA9-C4BC8A9B7093}"/>
              </a:ext>
            </a:extLst>
          </p:cNvPr>
          <p:cNvCxnSpPr>
            <a:cxnSpLocks/>
          </p:cNvCxnSpPr>
          <p:nvPr/>
        </p:nvCxnSpPr>
        <p:spPr>
          <a:xfrm>
            <a:off x="3379336" y="3516662"/>
            <a:ext cx="1070853" cy="655987"/>
          </a:xfrm>
          <a:prstGeom prst="line">
            <a:avLst/>
          </a:prstGeom>
          <a:solidFill>
            <a:srgbClr val="92D050"/>
          </a:solidFill>
          <a:ln w="38100" cmpd="tri">
            <a:solidFill>
              <a:srgbClr val="0066F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Connettore diritto 89">
            <a:extLst>
              <a:ext uri="{FF2B5EF4-FFF2-40B4-BE49-F238E27FC236}">
                <a16:creationId xmlns:a16="http://schemas.microsoft.com/office/drawing/2014/main" id="{79B73386-2DB1-EE83-7D41-5B8F3E13798E}"/>
              </a:ext>
            </a:extLst>
          </p:cNvPr>
          <p:cNvCxnSpPr>
            <a:cxnSpLocks/>
          </p:cNvCxnSpPr>
          <p:nvPr/>
        </p:nvCxnSpPr>
        <p:spPr>
          <a:xfrm>
            <a:off x="4058356" y="3746116"/>
            <a:ext cx="467701" cy="312584"/>
          </a:xfrm>
          <a:prstGeom prst="line">
            <a:avLst/>
          </a:prstGeom>
          <a:solidFill>
            <a:srgbClr val="92D050"/>
          </a:solidFill>
          <a:ln w="38100" cmpd="tri">
            <a:solidFill>
              <a:srgbClr val="0066F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Connettore diritto 101">
            <a:extLst>
              <a:ext uri="{FF2B5EF4-FFF2-40B4-BE49-F238E27FC236}">
                <a16:creationId xmlns:a16="http://schemas.microsoft.com/office/drawing/2014/main" id="{233ACCFD-E8F8-2CB0-7E4F-874CAE752637}"/>
              </a:ext>
            </a:extLst>
          </p:cNvPr>
          <p:cNvCxnSpPr>
            <a:cxnSpLocks/>
          </p:cNvCxnSpPr>
          <p:nvPr/>
        </p:nvCxnSpPr>
        <p:spPr>
          <a:xfrm flipV="1">
            <a:off x="4447204" y="4042380"/>
            <a:ext cx="71326" cy="130269"/>
          </a:xfrm>
          <a:prstGeom prst="line">
            <a:avLst/>
          </a:prstGeom>
          <a:solidFill>
            <a:srgbClr val="92D050"/>
          </a:solidFill>
          <a:ln w="38100" cmpd="tri">
            <a:solidFill>
              <a:srgbClr val="0066F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Connettore 2 116">
            <a:extLst>
              <a:ext uri="{FF2B5EF4-FFF2-40B4-BE49-F238E27FC236}">
                <a16:creationId xmlns:a16="http://schemas.microsoft.com/office/drawing/2014/main" id="{3FB6B902-8F34-9F12-4EB9-751E80F86CB5}"/>
              </a:ext>
            </a:extLst>
          </p:cNvPr>
          <p:cNvCxnSpPr>
            <a:cxnSpLocks/>
          </p:cNvCxnSpPr>
          <p:nvPr/>
        </p:nvCxnSpPr>
        <p:spPr>
          <a:xfrm>
            <a:off x="3820952" y="3484829"/>
            <a:ext cx="2104512" cy="1332983"/>
          </a:xfrm>
          <a:prstGeom prst="straightConnector1">
            <a:avLst/>
          </a:prstGeom>
          <a:ln w="19050" cap="flat" cmpd="tri" algn="ctr">
            <a:solidFill>
              <a:srgbClr val="CCCC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5" name="Connettore 2 124">
            <a:extLst>
              <a:ext uri="{FF2B5EF4-FFF2-40B4-BE49-F238E27FC236}">
                <a16:creationId xmlns:a16="http://schemas.microsoft.com/office/drawing/2014/main" id="{906AE833-B75F-9E53-0AA1-6447FABB288B}"/>
              </a:ext>
            </a:extLst>
          </p:cNvPr>
          <p:cNvCxnSpPr>
            <a:cxnSpLocks noChangeAspect="1"/>
          </p:cNvCxnSpPr>
          <p:nvPr/>
        </p:nvCxnSpPr>
        <p:spPr>
          <a:xfrm>
            <a:off x="6156668" y="4818473"/>
            <a:ext cx="1515880" cy="955683"/>
          </a:xfrm>
          <a:prstGeom prst="straightConnector1">
            <a:avLst/>
          </a:prstGeom>
          <a:ln w="19050" cap="flat" cmpd="sng" algn="ctr">
            <a:solidFill>
              <a:srgbClr val="CCCC00"/>
            </a:solidFill>
            <a:prstDash val="dashDot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8" name="CasellaDiTesto 127">
            <a:extLst>
              <a:ext uri="{FF2B5EF4-FFF2-40B4-BE49-F238E27FC236}">
                <a16:creationId xmlns:a16="http://schemas.microsoft.com/office/drawing/2014/main" id="{14FF074E-D208-0E3E-60FA-B3DFC43503E8}"/>
              </a:ext>
            </a:extLst>
          </p:cNvPr>
          <p:cNvSpPr txBox="1"/>
          <p:nvPr/>
        </p:nvSpPr>
        <p:spPr>
          <a:xfrm>
            <a:off x="1110012" y="3377659"/>
            <a:ext cx="23633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multi-layer</a:t>
            </a:r>
          </a:p>
          <a:p>
            <a:pPr algn="ctr"/>
            <a:r>
              <a:rPr lang="it-IT" sz="3200">
                <a:latin typeface="Times New Roman" panose="02020603050405020304" pitchFamily="18" charset="0"/>
                <a:cs typeface="Times New Roman" panose="02020603050405020304" pitchFamily="18" charset="0"/>
              </a:rPr>
              <a:t>Göbel mirror</a:t>
            </a:r>
          </a:p>
        </p:txBody>
      </p:sp>
    </p:spTree>
    <p:extLst>
      <p:ext uri="{BB962C8B-B14F-4D97-AF65-F5344CB8AC3E}">
        <p14:creationId xmlns:p14="http://schemas.microsoft.com/office/powerpoint/2010/main" val="11348274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24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Times New Roman</vt:lpstr>
      <vt:lpstr>Tema di Office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 Sanna</dc:creator>
  <cp:lastModifiedBy>Luca Sanna</cp:lastModifiedBy>
  <cp:revision>36</cp:revision>
  <dcterms:created xsi:type="dcterms:W3CDTF">2025-12-11T14:37:15Z</dcterms:created>
  <dcterms:modified xsi:type="dcterms:W3CDTF">2025-12-21T13:54:29Z</dcterms:modified>
</cp:coreProperties>
</file>