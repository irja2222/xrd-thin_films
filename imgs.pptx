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CC00"/>
    <a:srgbClr val="FF99F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B3744C-598A-1525-65B1-2510EA18A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4FC1329-8CF0-36F0-9780-62DA830D5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22F944-C905-5468-75B4-DCB8B159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0DC1F3-5119-EE3F-2816-3EF9B8C6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7982AC-1347-6CE1-EF54-8A54664C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186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1EFAA-51BF-F9E1-0FC4-6D8C727D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694306-003C-7C7A-865E-29D60140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185483-462B-31B7-85AE-83C8A3F2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44A81A-FD60-7836-61DB-5FE8063B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6ED8CC-EF80-7F19-C6A7-3FA34912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021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432871-8A86-3406-8C3B-4ED6A772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B10485-B0D1-3656-0A96-6AE0560BB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F9455D-6741-0311-B072-3304DA16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CF0FAF-F215-1413-7DFE-22F7A738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135DAC-BF51-7F87-6506-42BE4535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142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54D463-A426-DAD2-AF5C-F5CEA435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2748E-58C0-1BEB-0187-B3B46E649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47DEE6-DD3D-82B7-3958-BB3019E7F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C3F9A5-50D6-614B-EC32-F7AEEDAA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C915447-F85A-55BE-633C-D95906BC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C74AC74-B6DC-3966-D339-7EB5F04CF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9418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DA86E-B12E-E9F5-57C2-CEEC7742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EB1042-A78E-2C47-0E10-0A9EB0803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5462A9D-4E7A-1CED-1B69-01BC6F2E1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9E1DB64-52DD-697A-AD99-9419093B9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F6720FD-2223-6E0C-D257-644B7312F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E17CBD-B952-CFF8-B55C-B511D959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655ECB-C4B2-9F1E-10D6-BBC5FCB0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9C0003-9EAF-5D4D-9E5B-5D03B471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412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3D5C11-3EF7-03D3-85B8-10AF38AE3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1844C96-A964-C87D-298C-354BCA3B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F59DD12-FAAB-C0F7-3223-46BF01AD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F537FC0-751C-5998-1A8D-C19A86E6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32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62B8B35-63D0-FEEE-8B55-F23C44AB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4FE2B2D-254F-8616-0D37-A81AE539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0BC108-EDB0-0A75-EC9E-510B9536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441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9C7A9E-9320-E159-0E4F-1D498A594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1A3DB5-7D34-4FBF-0F05-51080F349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09487CD-B9C5-A436-5992-03EFCD771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F5E20D-D113-75AA-C159-455F065E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1D0B444-DF4A-4E51-FDBD-2C0C1B2C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53BF10B-41E2-58E7-7A13-5BBF9CCAE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832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F432A6-F36F-4278-E84B-53E1ADD57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94EE3A2-9B53-F0B5-7B7C-6C3FF09A7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5AF6A17-AF08-0788-FD2E-4EAA9FCBC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72917AA-7B1C-DF97-84AA-6AAE0CB7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A4B2A05-844C-59BD-C067-0CD50AA5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ED29693-EF8B-6854-C808-CEA6E8D0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0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2C4105-3046-2D16-71CC-B1A46FBB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8BCFCFC-73AF-19BB-5429-F1925C2FB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D0442F-3880-2FFF-7097-5A3DEC05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8A05D6-5E03-C8E6-0696-DA6360C7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E3CE05-7C52-F9BD-35C2-1B53EBDC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051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0549BE7-4AAC-F04B-2755-00795459C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C2F279-87CC-173C-7145-915FF9D6C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6FE854-77E4-2577-1B88-2FD302AD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6FCEED-F8B3-E4CF-406E-6F9150F3F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841569-929C-437F-5ADC-A69FF4B7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391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909AEE0-09F1-E95D-431E-EEDC1E56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521192-8A41-7463-1FBA-29801F3F6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E6B8B5-BF24-91E6-639D-92BA0EEBA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490DE-A804-4D8D-8D01-D299B1A0E392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C3AD01-6691-B048-A105-7D49C0306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16A3B4-9E64-D9AB-0572-7E43E70E3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DC4C9-3266-4695-A800-7755BF85F3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878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AF415B25-B9C5-497B-6759-696C2FC1E13B}"/>
              </a:ext>
            </a:extLst>
          </p:cNvPr>
          <p:cNvCxnSpPr/>
          <p:nvPr/>
        </p:nvCxnSpPr>
        <p:spPr>
          <a:xfrm>
            <a:off x="3997176" y="4061102"/>
            <a:ext cx="4455398" cy="0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3D9EC963-923A-7784-7E6B-7D0ACE14EC3B}"/>
              </a:ext>
            </a:extLst>
          </p:cNvPr>
          <p:cNvCxnSpPr/>
          <p:nvPr/>
        </p:nvCxnSpPr>
        <p:spPr>
          <a:xfrm>
            <a:off x="3997176" y="4416020"/>
            <a:ext cx="4455398" cy="0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FA88C5B-6CE0-900E-5D7D-63942BDA3947}"/>
              </a:ext>
            </a:extLst>
          </p:cNvPr>
          <p:cNvCxnSpPr/>
          <p:nvPr/>
        </p:nvCxnSpPr>
        <p:spPr>
          <a:xfrm>
            <a:off x="3997176" y="4807759"/>
            <a:ext cx="4455398" cy="0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8483718-BD37-C5C7-EB0E-514129210D45}"/>
              </a:ext>
            </a:extLst>
          </p:cNvPr>
          <p:cNvCxnSpPr/>
          <p:nvPr/>
        </p:nvCxnSpPr>
        <p:spPr>
          <a:xfrm>
            <a:off x="3997176" y="5199499"/>
            <a:ext cx="4455398" cy="0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B2D98EBC-18F7-F843-E516-89B4E0FB372A}"/>
              </a:ext>
            </a:extLst>
          </p:cNvPr>
          <p:cNvGrpSpPr/>
          <p:nvPr/>
        </p:nvGrpSpPr>
        <p:grpSpPr>
          <a:xfrm>
            <a:off x="2436354" y="4061102"/>
            <a:ext cx="6742422" cy="1138397"/>
            <a:chOff x="3972628" y="4779121"/>
            <a:chExt cx="4455398" cy="1138397"/>
          </a:xfrm>
        </p:grpSpPr>
        <p:cxnSp>
          <p:nvCxnSpPr>
            <p:cNvPr id="9" name="Connettore diritto 8">
              <a:extLst>
                <a:ext uri="{FF2B5EF4-FFF2-40B4-BE49-F238E27FC236}">
                  <a16:creationId xmlns:a16="http://schemas.microsoft.com/office/drawing/2014/main" id="{F8AD0950-4CB6-2201-50A6-9A89742371D0}"/>
                </a:ext>
              </a:extLst>
            </p:cNvPr>
            <p:cNvCxnSpPr/>
            <p:nvPr/>
          </p:nvCxnSpPr>
          <p:spPr>
            <a:xfrm>
              <a:off x="3972628" y="4779121"/>
              <a:ext cx="4455398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Connettore diritto 9">
              <a:extLst>
                <a:ext uri="{FF2B5EF4-FFF2-40B4-BE49-F238E27FC236}">
                  <a16:creationId xmlns:a16="http://schemas.microsoft.com/office/drawing/2014/main" id="{E2330124-5CFD-F1F4-178E-0670520112F3}"/>
                </a:ext>
              </a:extLst>
            </p:cNvPr>
            <p:cNvCxnSpPr/>
            <p:nvPr/>
          </p:nvCxnSpPr>
          <p:spPr>
            <a:xfrm>
              <a:off x="3972628" y="5134039"/>
              <a:ext cx="4455398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Connettore diritto 10">
              <a:extLst>
                <a:ext uri="{FF2B5EF4-FFF2-40B4-BE49-F238E27FC236}">
                  <a16:creationId xmlns:a16="http://schemas.microsoft.com/office/drawing/2014/main" id="{E18E7D9A-496F-202B-4127-A3B587D3FB4A}"/>
                </a:ext>
              </a:extLst>
            </p:cNvPr>
            <p:cNvCxnSpPr/>
            <p:nvPr/>
          </p:nvCxnSpPr>
          <p:spPr>
            <a:xfrm>
              <a:off x="3972628" y="5525778"/>
              <a:ext cx="4455398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Connettore diritto 11">
              <a:extLst>
                <a:ext uri="{FF2B5EF4-FFF2-40B4-BE49-F238E27FC236}">
                  <a16:creationId xmlns:a16="http://schemas.microsoft.com/office/drawing/2014/main" id="{07AFFB35-0DCE-A0F9-66B6-FF3E9DABE9A5}"/>
                </a:ext>
              </a:extLst>
            </p:cNvPr>
            <p:cNvCxnSpPr/>
            <p:nvPr/>
          </p:nvCxnSpPr>
          <p:spPr>
            <a:xfrm>
              <a:off x="3972628" y="5917518"/>
              <a:ext cx="4455398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5CD988F-C51F-1BC1-EE2D-F3DB9AD06CE0}"/>
              </a:ext>
            </a:extLst>
          </p:cNvPr>
          <p:cNvCxnSpPr/>
          <p:nvPr/>
        </p:nvCxnSpPr>
        <p:spPr>
          <a:xfrm>
            <a:off x="3013224" y="2276795"/>
            <a:ext cx="3082776" cy="1784307"/>
          </a:xfrm>
          <a:prstGeom prst="straightConnector1">
            <a:avLst/>
          </a:prstGeom>
          <a:ln>
            <a:solidFill>
              <a:srgbClr val="FF3399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2042D48-4D72-DF55-822E-3044DD3F517D}"/>
              </a:ext>
            </a:extLst>
          </p:cNvPr>
          <p:cNvCxnSpPr>
            <a:cxnSpLocks/>
          </p:cNvCxnSpPr>
          <p:nvPr/>
        </p:nvCxnSpPr>
        <p:spPr>
          <a:xfrm flipV="1">
            <a:off x="3013224" y="325256"/>
            <a:ext cx="3082776" cy="1951538"/>
          </a:xfrm>
          <a:prstGeom prst="straightConnector1">
            <a:avLst/>
          </a:prstGeom>
          <a:ln>
            <a:solidFill>
              <a:srgbClr val="FF99FF"/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0F38448-B20B-0042-35AC-F516AA4FC2B3}"/>
              </a:ext>
            </a:extLst>
          </p:cNvPr>
          <p:cNvCxnSpPr>
            <a:cxnSpLocks/>
          </p:cNvCxnSpPr>
          <p:nvPr/>
        </p:nvCxnSpPr>
        <p:spPr>
          <a:xfrm flipV="1">
            <a:off x="6096000" y="2109564"/>
            <a:ext cx="3082776" cy="1951538"/>
          </a:xfrm>
          <a:prstGeom prst="straightConnector1">
            <a:avLst/>
          </a:prstGeom>
          <a:ln w="19050">
            <a:solidFill>
              <a:srgbClr val="FF99FF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73B74C64-9BC9-18BF-4530-85ED5159E835}"/>
              </a:ext>
            </a:extLst>
          </p:cNvPr>
          <p:cNvCxnSpPr/>
          <p:nvPr/>
        </p:nvCxnSpPr>
        <p:spPr>
          <a:xfrm flipV="1">
            <a:off x="6096000" y="325256"/>
            <a:ext cx="0" cy="3735846"/>
          </a:xfrm>
          <a:prstGeom prst="straightConnector1">
            <a:avLst/>
          </a:prstGeom>
          <a:ln>
            <a:solidFill>
              <a:srgbClr val="7030A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co 25">
            <a:extLst>
              <a:ext uri="{FF2B5EF4-FFF2-40B4-BE49-F238E27FC236}">
                <a16:creationId xmlns:a16="http://schemas.microsoft.com/office/drawing/2014/main" id="{4939DD4C-6B9B-B1A9-D543-B5749F7C854B}"/>
              </a:ext>
            </a:extLst>
          </p:cNvPr>
          <p:cNvSpPr>
            <a:spLocks noChangeAspect="1"/>
          </p:cNvSpPr>
          <p:nvPr/>
        </p:nvSpPr>
        <p:spPr>
          <a:xfrm>
            <a:off x="4595589" y="3341103"/>
            <a:ext cx="720000" cy="720000"/>
          </a:xfrm>
          <a:prstGeom prst="arc">
            <a:avLst>
              <a:gd name="adj1" fmla="val 6478044"/>
              <a:gd name="adj2" fmla="val 15286371"/>
            </a:avLst>
          </a:prstGeom>
          <a:ln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FF00"/>
                </a:solidFill>
              </a:ln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45E5077C-14FD-6B2B-4CE1-15D90DD1D43F}"/>
                  </a:ext>
                </a:extLst>
              </p:cNvPr>
              <p:cNvSpPr txBox="1"/>
              <p:nvPr/>
            </p:nvSpPr>
            <p:spPr>
              <a:xfrm>
                <a:off x="3997176" y="3316382"/>
                <a:ext cx="49095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45E5077C-14FD-6B2B-4CE1-15D90DD1D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176" y="3316382"/>
                <a:ext cx="490953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24293C89-967F-49FD-3691-6C6F50D813D7}"/>
                  </a:ext>
                </a:extLst>
              </p:cNvPr>
              <p:cNvSpPr txBox="1"/>
              <p:nvPr/>
            </p:nvSpPr>
            <p:spPr>
              <a:xfrm>
                <a:off x="2767746" y="2299351"/>
                <a:ext cx="490953" cy="869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4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24293C89-967F-49FD-3691-6C6F50D81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746" y="2299351"/>
                <a:ext cx="490953" cy="869597"/>
              </a:xfrm>
              <a:prstGeom prst="rect">
                <a:avLst/>
              </a:prstGeom>
              <a:blipFill>
                <a:blip r:embed="rId3"/>
                <a:stretch>
                  <a:fillRect r="-629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EF9D73D2-845F-F957-6B11-AC1DAF885C97}"/>
                  </a:ext>
                </a:extLst>
              </p:cNvPr>
              <p:cNvSpPr txBox="1"/>
              <p:nvPr/>
            </p:nvSpPr>
            <p:spPr>
              <a:xfrm>
                <a:off x="8903637" y="2299350"/>
                <a:ext cx="490953" cy="869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4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EF9D73D2-845F-F957-6B11-AC1DAF885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637" y="2299350"/>
                <a:ext cx="490953" cy="869597"/>
              </a:xfrm>
              <a:prstGeom prst="rect">
                <a:avLst/>
              </a:prstGeom>
              <a:blipFill>
                <a:blip r:embed="rId4"/>
                <a:stretch>
                  <a:fillRect r="-1212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40D6A697-1D7B-33E2-4D88-4425FF592D3C}"/>
                  </a:ext>
                </a:extLst>
              </p:cNvPr>
              <p:cNvSpPr txBox="1"/>
              <p:nvPr/>
            </p:nvSpPr>
            <p:spPr>
              <a:xfrm>
                <a:off x="2767745" y="866228"/>
                <a:ext cx="490953" cy="869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4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40D6A697-1D7B-33E2-4D88-4425FF592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745" y="866228"/>
                <a:ext cx="490953" cy="869597"/>
              </a:xfrm>
              <a:prstGeom prst="rect">
                <a:avLst/>
              </a:prstGeom>
              <a:blipFill>
                <a:blip r:embed="rId5"/>
                <a:stretch>
                  <a:fillRect r="-11975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D55C2FC1-D595-6A4A-E274-C97F918C8507}"/>
                  </a:ext>
                </a:extLst>
              </p:cNvPr>
              <p:cNvSpPr txBox="1"/>
              <p:nvPr/>
            </p:nvSpPr>
            <p:spPr>
              <a:xfrm>
                <a:off x="6020824" y="900062"/>
                <a:ext cx="2810194" cy="869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4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D55C2FC1-D595-6A4A-E274-C97F918C8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824" y="900062"/>
                <a:ext cx="2810194" cy="8695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F6776C19-2C36-8884-74E4-56D4E7EFB1EB}"/>
                  </a:ext>
                </a:extLst>
              </p:cNvPr>
              <p:cNvSpPr txBox="1"/>
              <p:nvPr/>
            </p:nvSpPr>
            <p:spPr>
              <a:xfrm>
                <a:off x="9284637" y="4047467"/>
                <a:ext cx="49095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h𝑘𝑙</m:t>
                          </m:r>
                        </m:sub>
                      </m:sSub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F6776C19-2C36-8884-74E4-56D4E7EFB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4637" y="4047467"/>
                <a:ext cx="490953" cy="769441"/>
              </a:xfrm>
              <a:prstGeom prst="rect">
                <a:avLst/>
              </a:prstGeom>
              <a:blipFill>
                <a:blip r:embed="rId7"/>
                <a:stretch>
                  <a:fillRect r="-1135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2F94C0E-61D1-5496-8BFE-6271B5954193}"/>
              </a:ext>
            </a:extLst>
          </p:cNvPr>
          <p:cNvCxnSpPr/>
          <p:nvPr/>
        </p:nvCxnSpPr>
        <p:spPr>
          <a:xfrm>
            <a:off x="8973451" y="4416020"/>
            <a:ext cx="0" cy="384721"/>
          </a:xfrm>
          <a:prstGeom prst="straightConnector1">
            <a:avLst/>
          </a:prstGeom>
          <a:ln>
            <a:solidFill>
              <a:srgbClr val="0066FF"/>
            </a:solidFill>
            <a:headEnd type="triangl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AB00A23D-9EB4-FD65-2FC4-59AECF6A217D}"/>
              </a:ext>
            </a:extLst>
          </p:cNvPr>
          <p:cNvCxnSpPr/>
          <p:nvPr/>
        </p:nvCxnSpPr>
        <p:spPr>
          <a:xfrm>
            <a:off x="6096000" y="4061100"/>
            <a:ext cx="3082776" cy="1784307"/>
          </a:xfrm>
          <a:prstGeom prst="straightConnector1">
            <a:avLst/>
          </a:prstGeom>
          <a:ln>
            <a:solidFill>
              <a:srgbClr val="FF3399"/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co 35">
            <a:extLst>
              <a:ext uri="{FF2B5EF4-FFF2-40B4-BE49-F238E27FC236}">
                <a16:creationId xmlns:a16="http://schemas.microsoft.com/office/drawing/2014/main" id="{1404ED9C-4FF7-082E-3230-B4694EE825A2}"/>
              </a:ext>
            </a:extLst>
          </p:cNvPr>
          <p:cNvSpPr>
            <a:spLocks noChangeAspect="1"/>
          </p:cNvSpPr>
          <p:nvPr/>
        </p:nvSpPr>
        <p:spPr>
          <a:xfrm rot="10401154">
            <a:off x="6404920" y="3232860"/>
            <a:ext cx="1629213" cy="1629213"/>
          </a:xfrm>
          <a:prstGeom prst="arc">
            <a:avLst>
              <a:gd name="adj1" fmla="val 6478044"/>
              <a:gd name="adj2" fmla="val 1566382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FF00"/>
                </a:solidFill>
              </a:ln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583525FC-FDFB-FD6B-0B40-BB97D7D53439}"/>
                  </a:ext>
                </a:extLst>
              </p:cNvPr>
              <p:cNvSpPr txBox="1"/>
              <p:nvPr/>
            </p:nvSpPr>
            <p:spPr>
              <a:xfrm>
                <a:off x="8118889" y="3319539"/>
                <a:ext cx="49095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it-IT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583525FC-FDFB-FD6B-0B40-BB97D7D53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889" y="3319539"/>
                <a:ext cx="490953" cy="769441"/>
              </a:xfrm>
              <a:prstGeom prst="rect">
                <a:avLst/>
              </a:prstGeom>
              <a:blipFill>
                <a:blip r:embed="rId8"/>
                <a:stretch>
                  <a:fillRect r="-437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3079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Sanna</dc:creator>
  <cp:lastModifiedBy>Luca Sanna</cp:lastModifiedBy>
  <cp:revision>21</cp:revision>
  <dcterms:created xsi:type="dcterms:W3CDTF">2025-12-11T14:37:15Z</dcterms:created>
  <dcterms:modified xsi:type="dcterms:W3CDTF">2025-12-11T17:49:05Z</dcterms:modified>
</cp:coreProperties>
</file>